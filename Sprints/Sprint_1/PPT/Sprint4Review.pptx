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1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D453-0117-B21C-AD52-C4F0A814E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55E6C-40D0-02EE-0BC9-40D9122A9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ECF5A-9103-6B71-7275-2DD1BF80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C6EBA-C51F-4D3C-49FC-A3C658FD6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AAFF0-4945-420B-2B4C-B4BE262C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FC78-7BB9-199A-E4B5-1C9F0FF2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0F757-C6B5-0A5A-DB33-6D0A91CC7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F0690-8A21-864D-A44B-A1ABA5113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B5B39-2DFB-F833-A38E-CBFE26B4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DC489-D2AA-9992-DE85-DF0F8089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3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25D6-EA4D-2EA8-D3AB-B41569F2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7D16C-1DA1-0D8D-E676-32277E8EA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9D6E-07F8-ACEF-34FD-2DE05ECC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13040-FAF2-AE39-ACAE-981408E7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B5756-5572-5E86-EC64-DFC4EA16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0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EAAB-3EFF-3D1C-E90F-15773587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D139-62C2-3B6D-3F07-E5EA149AA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62025-9A7F-500E-2206-401A2A505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5C34A-7339-6E10-6C40-C84470331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12798-97E3-B334-2D8E-254C2C65C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F2F7E-520A-0808-A3F4-B26987E4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FF699-391E-BA1D-99D5-905D532C7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67A36-601C-E296-D95B-2434E800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655F2-05C0-9E80-7262-5A8AD347F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06381-A733-4D8C-508F-2F646AF42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0B658-0292-1204-4233-6DD1613F3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1CDB6-7541-AFB5-C69B-3678B4ADC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16D5D-6E1C-6A00-7101-0076C4FE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533F3-8936-D017-B408-D5E44766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6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DA462-619C-A7DD-C10A-9949A17F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143C3-593B-6098-6B4E-241D8DFF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93EFA-A804-42A1-EC42-4347E59D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FE83B-3229-B4FD-33FB-102E4883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69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34AAAE-9CBB-F2BE-14D7-984F8DAA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A7885-FC0A-C935-D787-494737C3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8EECD-6E9D-3684-CE08-3076D153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51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0066-3471-1645-FFB6-0BEF476F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D3019-46A5-D945-DF37-EAD5FEFC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679AC-3D38-0A59-1928-A26690AAD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5141D-08AA-9647-78B9-BC8996700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DBFCC-A279-6026-B5E1-7D73E294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8D4FA-22A5-4AAD-5940-F46396BB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9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2D38-470A-AEA8-E97F-79180EA7D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8A750A-75FD-785F-14D0-9F3D7DD1E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2330D-6D59-0E62-5DCA-9DB0D0143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E4572-E9DB-DCE6-B933-221CFB894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22CC2-DDE8-0927-926D-56BA32C5C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6892-AC75-16CA-AD0C-F5764B5C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1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784C-086E-D861-440E-E80463FA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9DFD7-E233-1918-A255-E3A8EC62F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D8158-9D10-AB16-A4D9-883639D8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23FF7-0BC3-555C-470F-0C3EF989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4BEB0-AF1F-897A-5C39-AA5334CA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0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30D93-7578-8383-3FDB-0FCB2E629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7EE5C-E935-388D-ECA2-741C916EA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CA927-53A6-898B-DF33-D08DC6349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CADD6-391A-3B44-A7F8-4D493CEB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39CE-7083-4700-54AF-666E372CA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9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9275F-A5AB-4448-13EF-10101D39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0796E-9521-24C6-FE1B-A243CDDFA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5B8F3-65EC-DAFA-0BE4-AF22C376F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74A31-6E2D-4874-9A40-1AD120C7396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6A207-1188-3B9F-BF41-30AD033C3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26A13-8685-8ED8-CBA2-A809B94ED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2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C3A68-3AC7-CF47-6D31-1BCD4C9A60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Seeing Ancient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C24F6-3BCC-8139-364C-20557330F6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Keagen Chapman</a:t>
            </a:r>
          </a:p>
          <a:p>
            <a:r>
              <a:rPr lang="en-US" dirty="0"/>
              <a:t>Asaf Kedar</a:t>
            </a:r>
          </a:p>
        </p:txBody>
      </p:sp>
    </p:spTree>
    <p:extLst>
      <p:ext uri="{BB962C8B-B14F-4D97-AF65-F5344CB8AC3E}">
        <p14:creationId xmlns:p14="http://schemas.microsoft.com/office/powerpoint/2010/main" val="302955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6B1C-4423-1B0F-6DB2-CA95EB65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4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8A719-85A3-DF3E-86F2-BCF3F6926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Summer Developments</a:t>
            </a:r>
          </a:p>
          <a:p>
            <a:r>
              <a:rPr lang="en-US" dirty="0"/>
              <a:t>Discuss Relevant Changes to development plan</a:t>
            </a:r>
          </a:p>
          <a:p>
            <a:r>
              <a:rPr lang="en-US" dirty="0"/>
              <a:t>Confirm new development plan for sprints 4-6</a:t>
            </a:r>
          </a:p>
          <a:p>
            <a:r>
              <a:rPr lang="en-US" dirty="0"/>
              <a:t>Finish incomplete summer work</a:t>
            </a:r>
          </a:p>
        </p:txBody>
      </p:sp>
    </p:spTree>
    <p:extLst>
      <p:ext uri="{BB962C8B-B14F-4D97-AF65-F5344CB8AC3E}">
        <p14:creationId xmlns:p14="http://schemas.microsoft.com/office/powerpoint/2010/main" val="3523842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21511-C1E9-5392-34BB-979AC9F4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76509A-E217-FBD8-9601-8D7178E30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4290" y="1825625"/>
            <a:ext cx="66634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1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2CD1-C08A-BBC7-D590-73C208958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Achievements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30F0C-D298-077B-EAAA-46C2287D5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4808"/>
            <a:ext cx="10515600" cy="4351338"/>
          </a:xfrm>
        </p:spPr>
        <p:txBody>
          <a:bodyPr/>
          <a:lstStyle/>
          <a:p>
            <a:r>
              <a:rPr lang="en-US" dirty="0"/>
              <a:t>Never imported directly from excel before</a:t>
            </a:r>
          </a:p>
          <a:p>
            <a:r>
              <a:rPr lang="en-US" dirty="0"/>
              <a:t>Lack of knowledge on GUI implementation</a:t>
            </a:r>
          </a:p>
          <a:p>
            <a:r>
              <a:rPr lang="en-US" dirty="0"/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215199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4CAC-28D6-DD8B-CDEE-DCF02ADB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23CA4-8718-8BD3-1803-4BA95A5A3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Helping to read lengthy docker error messages</a:t>
            </a:r>
          </a:p>
          <a:p>
            <a:r>
              <a:rPr lang="en-US" dirty="0"/>
              <a:t>Adapt given excel format to our </a:t>
            </a:r>
            <a:r>
              <a:rPr lang="en-US" dirty="0" err="1"/>
              <a:t>sql</a:t>
            </a:r>
            <a:r>
              <a:rPr lang="en-US" dirty="0"/>
              <a:t> schema using our inbuilt create object functionality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80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0B97-CEE4-4459-BA49-3746DC88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0D91B-B10A-D810-DD47-78F1645A7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and bug fixes</a:t>
            </a:r>
          </a:p>
          <a:p>
            <a:r>
              <a:rPr lang="en-US" dirty="0"/>
              <a:t>Nice to have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23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C12B3-D672-44BE-F5EF-E0A10FC4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17F96-4A18-7A70-2B00-9492DA16C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 Hallie Meredith, and Parteek Kumar</a:t>
            </a:r>
          </a:p>
        </p:txBody>
      </p:sp>
    </p:spTree>
    <p:extLst>
      <p:ext uri="{BB962C8B-B14F-4D97-AF65-F5344CB8AC3E}">
        <p14:creationId xmlns:p14="http://schemas.microsoft.com/office/powerpoint/2010/main" val="153769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90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Seeing Ancient Work</vt:lpstr>
      <vt:lpstr>Sprint 4 Objectives</vt:lpstr>
      <vt:lpstr>Kanban Board</vt:lpstr>
      <vt:lpstr>Achievements and Challenges</vt:lpstr>
      <vt:lpstr>AI Use</vt:lpstr>
      <vt:lpstr>Next Steps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Keagen Chapman</dc:creator>
  <cp:lastModifiedBy>Keagen Chapman</cp:lastModifiedBy>
  <cp:revision>2</cp:revision>
  <dcterms:created xsi:type="dcterms:W3CDTF">2026-02-23T00:43:31Z</dcterms:created>
  <dcterms:modified xsi:type="dcterms:W3CDTF">2026-10-01T04:50:28Z</dcterms:modified>
</cp:coreProperties>
</file>